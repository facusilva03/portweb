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Arrancar directo con la pregunta sobre LinkedIn. Sin presentación previa.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larga después de NADIE LO VERIFICA. Dejar que caiga.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de izquierda a derecha. La clave: verificador sin wallet ni registro.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solo perfil unificado con las 4 categorías.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Reproducir el video. No hablar encima.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cada integrante. La frase final — decirla despacio.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731520"/>
            <a:ext cx="50292" cy="3474720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8046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IDENTIDAD_PROFESIONAL // ERC-721_SBT // WEB3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TRAYECTORIA,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FB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VERIFICADA.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94360" y="3035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Credenciales verificadas por blockchain. Imposibles de falsificar.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33832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Facundo Silva · Iván Vargas · Nicolás Garín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3977640"/>
            <a:ext cx="2377440" cy="566928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977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 UCH 2026  →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50292" cy="457200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PROBLEMA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3931920" cy="3657600"/>
          </a:xfrm>
          <a:prstGeom prst="rect">
            <a:avLst/>
          </a:prstGeom>
          <a:solidFill>
            <a:srgbClr val="111111"/>
          </a:solidFill>
          <a:ln w="12700">
            <a:solidFill>
              <a:srgbClr val="7FBF0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7FB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los candidatos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exagera su CV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3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NADIE LO VERIFICA.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896112"/>
            <a:ext cx="416052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896112"/>
            <a:ext cx="54864" cy="658368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93268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Un CV es una declaración jurada que nadie jura.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1719072"/>
            <a:ext cx="416052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719072"/>
            <a:ext cx="54864" cy="658368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75564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LinkedIn no verifica títulos ni experiencias.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2542032"/>
            <a:ext cx="416052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542032"/>
            <a:ext cx="54864" cy="658368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57860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Certificados PDF falsificables en minutos.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3364992"/>
            <a:ext cx="416052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364992"/>
            <a:ext cx="54864" cy="658368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340156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Freelancers sin respaldo formal de su experiencia.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50292" cy="457200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 SOLUCIÓN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286000" cy="2697480"/>
          </a:xfrm>
          <a:prstGeom prst="rect">
            <a:avLst/>
          </a:prstGeom>
          <a:solidFill>
            <a:srgbClr val="111111"/>
          </a:solidFill>
          <a:ln w="12700">
            <a:solidFill>
              <a:srgbClr val="7FBF0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[00]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965960" cy="2286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12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Universidad · Empresa · ONG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310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SOULBOUND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01568" y="1005840"/>
            <a:ext cx="2286000" cy="2697480"/>
          </a:xfrm>
          <a:prstGeom prst="rect">
            <a:avLst/>
          </a:prstGeom>
          <a:solidFill>
            <a:srgbClr val="111111"/>
          </a:solidFill>
          <a:ln w="12700">
            <a:solidFill>
              <a:srgbClr val="7FBF0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93008" y="1097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[01]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93008" y="1371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DEL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93008" y="2103120"/>
            <a:ext cx="1965960" cy="2286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2212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SBT no transferible · inmutable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93008" y="3310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SOULBOUND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46520" y="1005840"/>
            <a:ext cx="2286000" cy="2697480"/>
          </a:xfrm>
          <a:prstGeom prst="rect">
            <a:avLst/>
          </a:prstGeom>
          <a:solidFill>
            <a:srgbClr val="111111"/>
          </a:solidFill>
          <a:ln w="12700">
            <a:solidFill>
              <a:srgbClr val="7FBF0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1097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[02]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37960" y="1371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37960" y="2103120"/>
            <a:ext cx="1965960" cy="2286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212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wallet · Sin registro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3310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SOULBOUND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70048" y="2359152"/>
            <a:ext cx="731520" cy="0"/>
          </a:xfrm>
          <a:prstGeom prst="line">
            <a:avLst/>
          </a:prstGeom>
          <a:noFill/>
          <a:ln w="25400">
            <a:solidFill>
              <a:srgbClr val="7FBF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64408" y="2286000"/>
            <a:ext cx="128016" cy="128016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05856" y="2359152"/>
            <a:ext cx="731520" cy="0"/>
          </a:xfrm>
          <a:prstGeom prst="line">
            <a:avLst/>
          </a:prstGeom>
          <a:noFill/>
          <a:ln w="25400">
            <a:solidFill>
              <a:srgbClr val="7FBF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0216" y="2286000"/>
            <a:ext cx="128016" cy="128016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977640"/>
            <a:ext cx="832104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977640"/>
            <a:ext cx="50292" cy="749808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97764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reemplazamos LinkedIn. Somos la capa de confianza que LinkedIn nunca tuvo.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50292" cy="457200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CÓMO FUNCIONA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Soulbound Tokens — no transferibles · imposibles de falsificar · permanentes en blockchain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393192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50292" cy="1508760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07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[00]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8191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06654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Títulos · Cursos · Materias aprobadas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04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SOULBOUND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393192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70432"/>
            <a:ext cx="50292" cy="1508760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07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[01]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158191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0600" y="206654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Empleos · Pasantías · Freelance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404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SOULBOUND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834640"/>
            <a:ext cx="393192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834640"/>
            <a:ext cx="50292" cy="1508760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71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[02]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373075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Hackathones · Open Source · Uni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SOULBOUND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393192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834640"/>
            <a:ext cx="50292" cy="1508760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971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[03]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324612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00600" y="373075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Voluntariados · ONGs · Comunidad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SOULBOUND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 DEMO</a:t>
            </a:r>
            <a:endParaRPr lang="en-US" sz="8200" dirty="0"/>
          </a:p>
        </p:txBody>
      </p:sp>
      <p:sp>
        <p:nvSpPr>
          <p:cNvPr id="3" name="Text 1"/>
          <p:cNvSpPr/>
          <p:nvPr/>
        </p:nvSpPr>
        <p:spPr>
          <a:xfrm>
            <a:off x="457200" y="2944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DNI Profesional Web3 — en vivo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8221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Conexión de wallet MetaMask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29000" y="38221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Emisión de un SBT on-chain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26480" y="38221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Verificación pública sin wallet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50292" cy="457200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EQUIPO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50292" cy="804672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[00]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0515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Facundo Silva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4173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 · Backend · Smart Contract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947672"/>
            <a:ext cx="832104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47672"/>
            <a:ext cx="50292" cy="804672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39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[01]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34440" y="203911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Iván Vargas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4048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· Integración · UX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35224"/>
            <a:ext cx="832104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35224"/>
            <a:ext cx="50292" cy="804672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26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[02]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34440" y="302666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Garín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39242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 · Deploy · Documentación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886200"/>
            <a:ext cx="832104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886200"/>
            <a:ext cx="50292" cy="822960"/>
          </a:xfrm>
          <a:prstGeom prst="rect">
            <a:avLst/>
          </a:prstGeom>
          <a:solidFill>
            <a:srgbClr val="7FBF00"/>
          </a:solidFill>
          <a:ln w="12700">
            <a:solidFill>
              <a:srgbClr val="7FB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86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 proxima vez que alguien dude de lo que sabemos,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 respuesta no va a ser un papel. Va a ser la blockchain.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48920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Universidad Champagnat — Junio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DNIPRO — DNI Profesional Web3</dc:title>
  <dc:subject>PptxGenJS Presentation</dc:subject>
  <dc:creator>PptxGenJS</dc:creator>
  <cp:lastModifiedBy>PptxGenJS</cp:lastModifiedBy>
  <cp:revision>1</cp:revision>
  <dcterms:created xsi:type="dcterms:W3CDTF">2026-06-25T03:04:38Z</dcterms:created>
  <dcterms:modified xsi:type="dcterms:W3CDTF">2026-06-25T03:04:38Z</dcterms:modified>
</cp:coreProperties>
</file>